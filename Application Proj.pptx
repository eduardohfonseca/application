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BAA02C-1A24-491F-B9F4-4AF630DEC72C}" v="1" dt="2026-07-21T13:50:37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H. Fonseca" userId="e371cb9fe6017de1" providerId="LiveId" clId="{576CEC93-0C68-48DC-9F92-06B031A47533}"/>
    <pc:docChg chg="custSel addSld modSld">
      <pc:chgData name="Eduardo H. Fonseca" userId="e371cb9fe6017de1" providerId="LiveId" clId="{576CEC93-0C68-48DC-9F92-06B031A47533}" dt="2026-07-21T14:43:39.298" v="4496" actId="20577"/>
      <pc:docMkLst>
        <pc:docMk/>
      </pc:docMkLst>
      <pc:sldChg chg="modSp new mod">
        <pc:chgData name="Eduardo H. Fonseca" userId="e371cb9fe6017de1" providerId="LiveId" clId="{576CEC93-0C68-48DC-9F92-06B031A47533}" dt="2026-07-21T13:30:41.176" v="2300" actId="20577"/>
        <pc:sldMkLst>
          <pc:docMk/>
          <pc:sldMk cId="3851564604" sldId="256"/>
        </pc:sldMkLst>
        <pc:spChg chg="mod">
          <ac:chgData name="Eduardo H. Fonseca" userId="e371cb9fe6017de1" providerId="LiveId" clId="{576CEC93-0C68-48DC-9F92-06B031A47533}" dt="2026-07-21T13:11:28.504" v="1035" actId="27636"/>
          <ac:spMkLst>
            <pc:docMk/>
            <pc:sldMk cId="3851564604" sldId="256"/>
            <ac:spMk id="2" creationId="{614E2E19-49D7-C9BC-25BB-6DBB58E83151}"/>
          </ac:spMkLst>
        </pc:spChg>
        <pc:spChg chg="mod">
          <ac:chgData name="Eduardo H. Fonseca" userId="e371cb9fe6017de1" providerId="LiveId" clId="{576CEC93-0C68-48DC-9F92-06B031A47533}" dt="2026-07-21T13:30:41.176" v="2300" actId="20577"/>
          <ac:spMkLst>
            <pc:docMk/>
            <pc:sldMk cId="3851564604" sldId="256"/>
            <ac:spMk id="3" creationId="{7AB9F5FF-9FFA-0F88-B149-46A78392AB8B}"/>
          </ac:spMkLst>
        </pc:spChg>
      </pc:sldChg>
      <pc:sldChg chg="modSp new mod">
        <pc:chgData name="Eduardo H. Fonseca" userId="e371cb9fe6017de1" providerId="LiveId" clId="{576CEC93-0C68-48DC-9F92-06B031A47533}" dt="2026-07-21T13:22:15.198" v="2147" actId="20577"/>
        <pc:sldMkLst>
          <pc:docMk/>
          <pc:sldMk cId="3092013828" sldId="257"/>
        </pc:sldMkLst>
        <pc:spChg chg="mod">
          <ac:chgData name="Eduardo H. Fonseca" userId="e371cb9fe6017de1" providerId="LiveId" clId="{576CEC93-0C68-48DC-9F92-06B031A47533}" dt="2026-07-21T13:15:51.567" v="1418" actId="20577"/>
          <ac:spMkLst>
            <pc:docMk/>
            <pc:sldMk cId="3092013828" sldId="257"/>
            <ac:spMk id="2" creationId="{2B64C28A-CE38-BE0B-4A61-6D950F9BF210}"/>
          </ac:spMkLst>
        </pc:spChg>
        <pc:spChg chg="mod">
          <ac:chgData name="Eduardo H. Fonseca" userId="e371cb9fe6017de1" providerId="LiveId" clId="{576CEC93-0C68-48DC-9F92-06B031A47533}" dt="2026-07-21T13:22:15.198" v="2147" actId="20577"/>
          <ac:spMkLst>
            <pc:docMk/>
            <pc:sldMk cId="3092013828" sldId="257"/>
            <ac:spMk id="3" creationId="{AA18E366-0C0A-3A95-670E-23128FE587C4}"/>
          </ac:spMkLst>
        </pc:spChg>
      </pc:sldChg>
      <pc:sldChg chg="addSp delSp modSp new mod">
        <pc:chgData name="Eduardo H. Fonseca" userId="e371cb9fe6017de1" providerId="LiveId" clId="{576CEC93-0C68-48DC-9F92-06B031A47533}" dt="2026-07-21T13:49:35.775" v="2696" actId="11529"/>
        <pc:sldMkLst>
          <pc:docMk/>
          <pc:sldMk cId="1302844227" sldId="258"/>
        </pc:sldMkLst>
        <pc:spChg chg="mod">
          <ac:chgData name="Eduardo H. Fonseca" userId="e371cb9fe6017de1" providerId="LiveId" clId="{576CEC93-0C68-48DC-9F92-06B031A47533}" dt="2026-07-21T13:23:09.897" v="2160" actId="14100"/>
          <ac:spMkLst>
            <pc:docMk/>
            <pc:sldMk cId="1302844227" sldId="258"/>
            <ac:spMk id="2" creationId="{0A6AF11C-9CF4-943B-C899-47416FB82A4A}"/>
          </ac:spMkLst>
        </pc:spChg>
        <pc:spChg chg="del">
          <ac:chgData name="Eduardo H. Fonseca" userId="e371cb9fe6017de1" providerId="LiveId" clId="{576CEC93-0C68-48DC-9F92-06B031A47533}" dt="2026-07-21T13:22:49.777" v="2156" actId="478"/>
          <ac:spMkLst>
            <pc:docMk/>
            <pc:sldMk cId="1302844227" sldId="258"/>
            <ac:spMk id="3" creationId="{EC490865-EFC8-D851-E065-31F02043CB33}"/>
          </ac:spMkLst>
        </pc:spChg>
        <pc:spChg chg="add mod">
          <ac:chgData name="Eduardo H. Fonseca" userId="e371cb9fe6017de1" providerId="LiveId" clId="{576CEC93-0C68-48DC-9F92-06B031A47533}" dt="2026-07-21T13:45:20.871" v="2638" actId="1076"/>
          <ac:spMkLst>
            <pc:docMk/>
            <pc:sldMk cId="1302844227" sldId="258"/>
            <ac:spMk id="4" creationId="{99269F39-63E7-44EC-4BBC-B7F3A0FF460C}"/>
          </ac:spMkLst>
        </pc:spChg>
        <pc:spChg chg="add mod">
          <ac:chgData name="Eduardo H. Fonseca" userId="e371cb9fe6017de1" providerId="LiveId" clId="{576CEC93-0C68-48DC-9F92-06B031A47533}" dt="2026-07-21T13:41:16.720" v="2590" actId="1076"/>
          <ac:spMkLst>
            <pc:docMk/>
            <pc:sldMk cId="1302844227" sldId="258"/>
            <ac:spMk id="5" creationId="{9BCEA722-4478-6EA9-F2F0-BA6CD40F1D4A}"/>
          </ac:spMkLst>
        </pc:spChg>
        <pc:spChg chg="add mod">
          <ac:chgData name="Eduardo H. Fonseca" userId="e371cb9fe6017de1" providerId="LiveId" clId="{576CEC93-0C68-48DC-9F92-06B031A47533}" dt="2026-07-21T13:41:13.662" v="2589" actId="1076"/>
          <ac:spMkLst>
            <pc:docMk/>
            <pc:sldMk cId="1302844227" sldId="258"/>
            <ac:spMk id="6" creationId="{A57C3879-2A60-7B7F-8C05-CBEF205FA64A}"/>
          </ac:spMkLst>
        </pc:spChg>
        <pc:spChg chg="add mod">
          <ac:chgData name="Eduardo H. Fonseca" userId="e371cb9fe6017de1" providerId="LiveId" clId="{576CEC93-0C68-48DC-9F92-06B031A47533}" dt="2026-07-21T13:45:46.973" v="2642" actId="1076"/>
          <ac:spMkLst>
            <pc:docMk/>
            <pc:sldMk cId="1302844227" sldId="258"/>
            <ac:spMk id="7" creationId="{A583DFAF-0684-9479-218F-BDB5C3E5A6DE}"/>
          </ac:spMkLst>
        </pc:spChg>
        <pc:spChg chg="add mod">
          <ac:chgData name="Eduardo H. Fonseca" userId="e371cb9fe6017de1" providerId="LiveId" clId="{576CEC93-0C68-48DC-9F92-06B031A47533}" dt="2026-07-21T13:45:55.258" v="2643" actId="1076"/>
          <ac:spMkLst>
            <pc:docMk/>
            <pc:sldMk cId="1302844227" sldId="258"/>
            <ac:spMk id="8" creationId="{308B36D2-A225-A092-9FF2-A90A2954F262}"/>
          </ac:spMkLst>
        </pc:spChg>
        <pc:spChg chg="add del mod">
          <ac:chgData name="Eduardo H. Fonseca" userId="e371cb9fe6017de1" providerId="LiveId" clId="{576CEC93-0C68-48DC-9F92-06B031A47533}" dt="2026-07-21T13:33:39.530" v="2367" actId="478"/>
          <ac:spMkLst>
            <pc:docMk/>
            <pc:sldMk cId="1302844227" sldId="258"/>
            <ac:spMk id="9" creationId="{5C23E055-E665-F5EA-263D-17D2FB3E13E6}"/>
          </ac:spMkLst>
        </pc:spChg>
        <pc:spChg chg="add mod">
          <ac:chgData name="Eduardo H. Fonseca" userId="e371cb9fe6017de1" providerId="LiveId" clId="{576CEC93-0C68-48DC-9F92-06B031A47533}" dt="2026-07-21T13:40:58.047" v="2582" actId="1076"/>
          <ac:spMkLst>
            <pc:docMk/>
            <pc:sldMk cId="1302844227" sldId="258"/>
            <ac:spMk id="19" creationId="{9D9525CB-5660-35C0-A805-91152483D1FB}"/>
          </ac:spMkLst>
        </pc:spChg>
        <pc:spChg chg="add mod">
          <ac:chgData name="Eduardo H. Fonseca" userId="e371cb9fe6017de1" providerId="LiveId" clId="{576CEC93-0C68-48DC-9F92-06B031A47533}" dt="2026-07-21T13:45:18.913" v="2637" actId="1076"/>
          <ac:spMkLst>
            <pc:docMk/>
            <pc:sldMk cId="1302844227" sldId="258"/>
            <ac:spMk id="43" creationId="{065E32FE-6F62-9C65-622F-B1F2C1A65A8B}"/>
          </ac:spMkLst>
        </pc:spChg>
        <pc:spChg chg="add mod">
          <ac:chgData name="Eduardo H. Fonseca" userId="e371cb9fe6017de1" providerId="LiveId" clId="{576CEC93-0C68-48DC-9F92-06B031A47533}" dt="2026-07-21T13:48:24.300" v="2683" actId="1076"/>
          <ac:spMkLst>
            <pc:docMk/>
            <pc:sldMk cId="1302844227" sldId="258"/>
            <ac:spMk id="101" creationId="{23490055-8E3C-60F7-79D1-2535A49EBCD4}"/>
          </ac:spMkLst>
        </pc:spChg>
        <pc:spChg chg="add mod">
          <ac:chgData name="Eduardo H. Fonseca" userId="e371cb9fe6017de1" providerId="LiveId" clId="{576CEC93-0C68-48DC-9F92-06B031A47533}" dt="2026-07-21T13:48:36.912" v="2686" actId="1076"/>
          <ac:spMkLst>
            <pc:docMk/>
            <pc:sldMk cId="1302844227" sldId="258"/>
            <ac:spMk id="105" creationId="{3FA156E8-7B3D-A49A-D2F2-491A7017777B}"/>
          </ac:spMkLst>
        </pc:spChg>
        <pc:cxnChg chg="add mod">
          <ac:chgData name="Eduardo H. Fonseca" userId="e371cb9fe6017de1" providerId="LiveId" clId="{576CEC93-0C68-48DC-9F92-06B031A47533}" dt="2026-07-21T13:45:46.973" v="2642" actId="1076"/>
          <ac:cxnSpMkLst>
            <pc:docMk/>
            <pc:sldMk cId="1302844227" sldId="258"/>
            <ac:cxnSpMk id="11" creationId="{4EBF4129-6B65-4EA7-95C2-24E8F8CD1F6E}"/>
          </ac:cxnSpMkLst>
        </pc:cxnChg>
        <pc:cxnChg chg="add mod">
          <ac:chgData name="Eduardo H. Fonseca" userId="e371cb9fe6017de1" providerId="LiveId" clId="{576CEC93-0C68-48DC-9F92-06B031A47533}" dt="2026-07-21T13:45:55.258" v="2643" actId="1076"/>
          <ac:cxnSpMkLst>
            <pc:docMk/>
            <pc:sldMk cId="1302844227" sldId="258"/>
            <ac:cxnSpMk id="13" creationId="{52CB2FA7-5163-45B8-BF21-F774B140C808}"/>
          </ac:cxnSpMkLst>
        </pc:cxnChg>
        <pc:cxnChg chg="add mod">
          <ac:chgData name="Eduardo H. Fonseca" userId="e371cb9fe6017de1" providerId="LiveId" clId="{576CEC93-0C68-48DC-9F92-06B031A47533}" dt="2026-07-21T13:45:46.973" v="2642" actId="1076"/>
          <ac:cxnSpMkLst>
            <pc:docMk/>
            <pc:sldMk cId="1302844227" sldId="258"/>
            <ac:cxnSpMk id="15" creationId="{105F78B2-544D-BE45-5FC0-C69D3E6F4EF2}"/>
          </ac:cxnSpMkLst>
        </pc:cxnChg>
        <pc:cxnChg chg="add mod">
          <ac:chgData name="Eduardo H. Fonseca" userId="e371cb9fe6017de1" providerId="LiveId" clId="{576CEC93-0C68-48DC-9F92-06B031A47533}" dt="2026-07-21T13:41:16.720" v="2590" actId="1076"/>
          <ac:cxnSpMkLst>
            <pc:docMk/>
            <pc:sldMk cId="1302844227" sldId="258"/>
            <ac:cxnSpMk id="17" creationId="{8FE5DD60-7191-8E62-EC9C-537C69D65E14}"/>
          </ac:cxnSpMkLst>
        </pc:cxnChg>
        <pc:cxnChg chg="add mod">
          <ac:chgData name="Eduardo H. Fonseca" userId="e371cb9fe6017de1" providerId="LiveId" clId="{576CEC93-0C68-48DC-9F92-06B031A47533}" dt="2026-07-21T13:45:46.973" v="2642" actId="1076"/>
          <ac:cxnSpMkLst>
            <pc:docMk/>
            <pc:sldMk cId="1302844227" sldId="258"/>
            <ac:cxnSpMk id="35" creationId="{716F8ED0-F65F-886B-1426-B129A46A9D6B}"/>
          </ac:cxnSpMkLst>
        </pc:cxnChg>
        <pc:cxnChg chg="add mod">
          <ac:chgData name="Eduardo H. Fonseca" userId="e371cb9fe6017de1" providerId="LiveId" clId="{576CEC93-0C68-48DC-9F92-06B031A47533}" dt="2026-07-21T13:45:46.973" v="2642" actId="1076"/>
          <ac:cxnSpMkLst>
            <pc:docMk/>
            <pc:sldMk cId="1302844227" sldId="258"/>
            <ac:cxnSpMk id="45" creationId="{EF083D08-7B3F-A301-38A4-B4C6AF056F3C}"/>
          </ac:cxnSpMkLst>
        </pc:cxnChg>
        <pc:cxnChg chg="add mod">
          <ac:chgData name="Eduardo H. Fonseca" userId="e371cb9fe6017de1" providerId="LiveId" clId="{576CEC93-0C68-48DC-9F92-06B031A47533}" dt="2026-07-21T13:45:20.871" v="2638" actId="1076"/>
          <ac:cxnSpMkLst>
            <pc:docMk/>
            <pc:sldMk cId="1302844227" sldId="258"/>
            <ac:cxnSpMk id="61" creationId="{AAF8C9A5-553B-1BA7-11C7-BD85807BC6D8}"/>
          </ac:cxnSpMkLst>
        </pc:cxnChg>
        <pc:cxnChg chg="add mod">
          <ac:chgData name="Eduardo H. Fonseca" userId="e371cb9fe6017de1" providerId="LiveId" clId="{576CEC93-0C68-48DC-9F92-06B031A47533}" dt="2026-07-21T13:49:26.883" v="2695" actId="14100"/>
          <ac:cxnSpMkLst>
            <pc:docMk/>
            <pc:sldMk cId="1302844227" sldId="258"/>
            <ac:cxnSpMk id="103" creationId="{36590AEE-91A7-5F08-4E07-9F8932DE8378}"/>
          </ac:cxnSpMkLst>
        </pc:cxnChg>
        <pc:cxnChg chg="add mod">
          <ac:chgData name="Eduardo H. Fonseca" userId="e371cb9fe6017de1" providerId="LiveId" clId="{576CEC93-0C68-48DC-9F92-06B031A47533}" dt="2026-07-21T13:48:46.703" v="2688" actId="14100"/>
          <ac:cxnSpMkLst>
            <pc:docMk/>
            <pc:sldMk cId="1302844227" sldId="258"/>
            <ac:cxnSpMk id="108" creationId="{3DACD727-A297-E393-C5B1-DBF167C6D2B8}"/>
          </ac:cxnSpMkLst>
        </pc:cxnChg>
        <pc:cxnChg chg="add">
          <ac:chgData name="Eduardo H. Fonseca" userId="e371cb9fe6017de1" providerId="LiveId" clId="{576CEC93-0C68-48DC-9F92-06B031A47533}" dt="2026-07-21T13:49:35.775" v="2696" actId="11529"/>
          <ac:cxnSpMkLst>
            <pc:docMk/>
            <pc:sldMk cId="1302844227" sldId="258"/>
            <ac:cxnSpMk id="121" creationId="{D79879CA-743B-03C7-72CE-1520DA9959E7}"/>
          </ac:cxnSpMkLst>
        </pc:cxnChg>
      </pc:sldChg>
      <pc:sldChg chg="addSp modSp new mod">
        <pc:chgData name="Eduardo H. Fonseca" userId="e371cb9fe6017de1" providerId="LiveId" clId="{576CEC93-0C68-48DC-9F92-06B031A47533}" dt="2026-07-21T14:43:39.298" v="4496" actId="20577"/>
        <pc:sldMkLst>
          <pc:docMk/>
          <pc:sldMk cId="3236532011" sldId="259"/>
        </pc:sldMkLst>
        <pc:spChg chg="mod">
          <ac:chgData name="Eduardo H. Fonseca" userId="e371cb9fe6017de1" providerId="LiveId" clId="{576CEC93-0C68-48DC-9F92-06B031A47533}" dt="2026-07-21T13:50:30.922" v="2719" actId="1076"/>
          <ac:spMkLst>
            <pc:docMk/>
            <pc:sldMk cId="3236532011" sldId="259"/>
            <ac:spMk id="2" creationId="{3AD171EF-E45A-D274-2866-D8238703543B}"/>
          </ac:spMkLst>
        </pc:spChg>
        <pc:spChg chg="add mod">
          <ac:chgData name="Eduardo H. Fonseca" userId="e371cb9fe6017de1" providerId="LiveId" clId="{576CEC93-0C68-48DC-9F92-06B031A47533}" dt="2026-07-21T14:43:39.298" v="4496" actId="20577"/>
          <ac:spMkLst>
            <pc:docMk/>
            <pc:sldMk cId="3236532011" sldId="259"/>
            <ac:spMk id="3" creationId="{DBC48911-FD63-F61E-1581-5221C64D0F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B5558-2EBB-ECEC-CA06-BAF8FE7B0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EC741A-3E0E-185A-5520-4E616E393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8C20A0-9E2D-7E55-CB3C-F9BC1A40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287ADB-44F6-5122-93D6-87DB52BE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3C632-56AF-10FA-2D49-044EF2D9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12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36CAB-4692-6939-6E17-5899D46AE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0E6FFF-8DE7-6355-6092-7DADA0F17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2365D-E31F-7D5A-071E-DD7C2FC6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93CB75-C6BF-B35B-2CD1-4828503B8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6ED5F-9AA8-AE54-780C-D04F13DD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47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74F8F-257D-2548-E7A0-13E1BF23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BAADB4-2DAB-5920-5B80-CF0F189BF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AC656E-B149-A1B4-FD7D-80176A57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4318D1-CB20-599A-5889-66561D1F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A9F427-3C60-DD97-1574-96F932C0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77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854E0-63BC-AD3C-01A5-D63C0122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948D2F-CB3B-04F2-05CE-1190C16F5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1F34E6-E96C-CDB7-0991-6C770F82C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F56A49-87BE-15C9-5255-ED6A19E3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522F02-5B28-9823-4D5B-55295FE6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CBE9EB-6B13-9C12-F5E6-A9F73BD0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39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8A769-709C-7EF6-66C2-EF235A58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B9C84F-7430-16BF-9BDC-A60C1D218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D10018-353D-5CDC-A2E7-348676416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5FA339-AED5-1819-41C5-9E02AFE68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72226B-D171-14C6-4D96-2E7587C0B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BB74F0-F7E9-0624-0C82-CF2D01B73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F636AF-B5F3-7F6F-83D8-661B323C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796226-7EC4-F9A3-081C-1D9CD784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39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26AE4-D09E-49BC-F727-6D48E3F5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7E0A779-0C2A-4A32-C24E-26C9AEBB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BC5C47-2585-4488-3AB2-75F89593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9C80AD-69F6-8C85-2B3C-F7AE8FB5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0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12A9041-CBF3-4C1B-C6F3-4738CF91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BECE60-655F-8C55-516E-CE16167C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B25B4F-5661-1194-7169-0626D20A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9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BAF6E-554B-21ED-5FD3-05A6829A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A2D046-1D00-2F7F-7FEC-3755ABAE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92E7B7-E73B-9ECB-8735-39EA66877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58F034-42EE-4787-0ED8-005972FF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216A12-E039-7052-6B30-5E337331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2DC888-7536-35C0-5A4F-1629882C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62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910B5-5771-058A-55EB-2EA8442A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58369F-8610-C7A4-6CF6-E2BAD462C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2A1326-327B-D762-2086-C6D1C16B0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7D3FF3-0F86-6181-0F8F-04723159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1D95AF-4D65-6DC3-71E2-DB4771CB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CC63B2-5134-2160-C803-65C05869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29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FFE47-1F07-453D-9D03-CFC4F4DE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14221B-2D6C-CFEE-F5DF-4FBA4F0D1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5150FB-AC65-27C2-640B-4823DB4A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3D261F-171A-C25E-9CA0-DB66A874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F1CFD1-4597-EBEE-CA69-0C171FF8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67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EB48DE-91C8-94D4-73FA-CF96EF44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C55AB7-15C1-7221-F497-A7035ADFE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DB915-A911-569A-8C9D-9B2CDB36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A67F3D-7534-C746-6CEA-672CDDED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D066E7-8B18-89F7-3735-E15B4AC7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14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C9FAE23-AE71-168B-2797-5A027E5F2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EF93DD-AC94-027F-37E9-A1BF74C78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A2A99A-1CEC-298A-A755-997C4F6A1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0467D-4F39-46E5-A9E9-B4D4CB6BE02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09CA1E-6EB9-0DE1-EC9A-92CA53ACC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434EFE-C3FB-2FD3-5136-DAEF2B574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0591E-47EF-4FE6-BEC5-EE856A8EB22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36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E2E19-49D7-C9BC-25BB-6DBB58E83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686" y="440873"/>
            <a:ext cx="9144000" cy="702128"/>
          </a:xfrm>
        </p:spPr>
        <p:txBody>
          <a:bodyPr>
            <a:normAutofit fontScale="90000"/>
          </a:bodyPr>
          <a:lstStyle/>
          <a:p>
            <a:r>
              <a:rPr lang="pt-BR" sz="4800" dirty="0"/>
              <a:t>Definição do projeto </a:t>
            </a:r>
            <a:r>
              <a:rPr lang="pt-BR" sz="4800" dirty="0" err="1"/>
              <a:t>Application</a:t>
            </a:r>
            <a:endParaRPr lang="en-GB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9F5FF-9FFA-0F88-B149-46A78392A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757" y="1249137"/>
            <a:ext cx="9603922" cy="51679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000" dirty="0"/>
              <a:t>Core Features:</a:t>
            </a:r>
          </a:p>
          <a:p>
            <a:pPr marL="342900" indent="-342900" algn="l">
              <a:buFontTx/>
              <a:buChar char="-"/>
            </a:pPr>
            <a:r>
              <a:rPr lang="pt-BR" sz="2000" dirty="0" err="1"/>
              <a:t>Crawler</a:t>
            </a:r>
            <a:r>
              <a:rPr lang="pt-BR" sz="2000" dirty="0"/>
              <a:t> - Ingressar em sites de emprego (inicialmente Linkedin) e filtrar possíveis oportunidades seguindo critérios estabelecidos como Posição, Região e conteúdo (</a:t>
            </a:r>
            <a:r>
              <a:rPr lang="pt-BR" sz="2000" dirty="0" err="1"/>
              <a:t>job</a:t>
            </a:r>
            <a:r>
              <a:rPr lang="pt-BR" sz="2000" dirty="0"/>
              <a:t> </a:t>
            </a:r>
            <a:r>
              <a:rPr lang="pt-BR" sz="2000" dirty="0" err="1"/>
              <a:t>description</a:t>
            </a:r>
            <a:r>
              <a:rPr lang="pt-BR" sz="2000" dirty="0"/>
              <a:t>)</a:t>
            </a:r>
          </a:p>
          <a:p>
            <a:pPr marL="342900" indent="-342900" algn="l">
              <a:buFontTx/>
              <a:buChar char="-"/>
            </a:pPr>
            <a:r>
              <a:rPr lang="pt-BR" sz="2000" dirty="0"/>
              <a:t>Salvar os resultados do filtro, contendo a URL de cada posição e o descritivo da vaga. (Persistir em banco de dados)</a:t>
            </a:r>
          </a:p>
          <a:p>
            <a:pPr marL="342900" indent="-342900" algn="l">
              <a:buFontTx/>
              <a:buChar char="-"/>
            </a:pPr>
            <a:r>
              <a:rPr lang="pt-BR" sz="2000" dirty="0"/>
              <a:t>Com base no descritivo da vaga e no arquivo de competências (Competencias.MD?), gerar um currículo específico para a vaga, usando a redação mais apropriada para aquele momento.</a:t>
            </a:r>
          </a:p>
          <a:p>
            <a:pPr marL="342900" indent="-342900" algn="l">
              <a:buFontTx/>
              <a:buChar char="-"/>
            </a:pPr>
            <a:r>
              <a:rPr lang="pt-BR" sz="2000" dirty="0"/>
              <a:t>Submeter o novo currículo ao processo trocando um existente, responder as perguntas que houver como “cidade residência”, “quanto tempo de experiência em gestão” etc.</a:t>
            </a:r>
          </a:p>
          <a:p>
            <a:pPr marL="342900" indent="-342900" algn="l">
              <a:buFontTx/>
              <a:buChar char="-"/>
            </a:pPr>
            <a:r>
              <a:rPr lang="pt-BR" sz="2000" dirty="0"/>
              <a:t>Para as perguntas que não estão na memória do sistema/robô, acionar o candidato pela comunicação </a:t>
            </a:r>
            <a:r>
              <a:rPr lang="pt-BR" sz="2000" dirty="0" err="1"/>
              <a:t>Telegram</a:t>
            </a:r>
            <a:r>
              <a:rPr lang="pt-BR" sz="2000" dirty="0"/>
              <a:t>. Armazenar a resposta da pergunta, responder na vaga e submeter o CV. Marcar a aplicação como completada na base de dados.</a:t>
            </a:r>
          </a:p>
          <a:p>
            <a:pPr marL="342900" indent="-342900" algn="l">
              <a:buFontTx/>
              <a:buChar char="-"/>
            </a:pPr>
            <a:r>
              <a:rPr lang="pt-BR" sz="2000" dirty="0"/>
              <a:t>Enviar um e-mail para o candidato, com o descritivo da vaga, data, perguntas e respostas e o CV em anexo.</a:t>
            </a:r>
          </a:p>
          <a:p>
            <a:pPr marL="342900" indent="-342900" algn="l">
              <a:buFontTx/>
              <a:buChar char="-"/>
            </a:pPr>
            <a:endParaRPr lang="pt-BR" sz="2000" dirty="0"/>
          </a:p>
          <a:p>
            <a:pPr marL="342900" indent="-342900" algn="l">
              <a:buFontTx/>
              <a:buChar char="-"/>
            </a:pPr>
            <a:endParaRPr lang="pt-BR" sz="2000" dirty="0"/>
          </a:p>
          <a:p>
            <a:pPr marL="342900" indent="-342900" algn="l">
              <a:buFontTx/>
              <a:buChar char="-"/>
            </a:pPr>
            <a:endParaRPr lang="pt-BR" dirty="0"/>
          </a:p>
          <a:p>
            <a:pPr marL="342900" indent="-342900" algn="l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156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4C28A-CE38-BE0B-4A61-6D950F9B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Definições - Continuação</a:t>
            </a:r>
            <a:endParaRPr lang="en-GB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8E366-0C0A-3A95-670E-23128FE5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Funções Auxiliares:</a:t>
            </a:r>
          </a:p>
          <a:p>
            <a:pPr>
              <a:buFontTx/>
              <a:buChar char="-"/>
            </a:pPr>
            <a:r>
              <a:rPr lang="pt-BR" sz="2400" dirty="0"/>
              <a:t>Tela para configuração como entrada de credenciais de acesso ou </a:t>
            </a:r>
            <a:r>
              <a:rPr lang="pt-BR" sz="2400" dirty="0" err="1"/>
              <a:t>coockies</a:t>
            </a:r>
            <a:r>
              <a:rPr lang="pt-BR" sz="2400" dirty="0"/>
              <a:t> de browser.</a:t>
            </a:r>
          </a:p>
          <a:p>
            <a:pPr>
              <a:buFontTx/>
              <a:buChar char="-"/>
            </a:pPr>
            <a:r>
              <a:rPr lang="pt-BR" sz="2400" dirty="0"/>
              <a:t>Na mesma tela, ajuste dos filtros como região, posição, etc.</a:t>
            </a:r>
          </a:p>
          <a:p>
            <a:pPr>
              <a:buFontTx/>
              <a:buChar char="-"/>
            </a:pPr>
            <a:r>
              <a:rPr lang="pt-BR" sz="2400" dirty="0"/>
              <a:t>Na mesma tela, campo para entrada de descritivo de como o usuário deseja a geração dos </a:t>
            </a:r>
            <a:r>
              <a:rPr lang="pt-BR" sz="2400" dirty="0" err="1"/>
              <a:t>CV´s</a:t>
            </a:r>
            <a:r>
              <a:rPr lang="pt-BR" sz="2400" dirty="0"/>
              <a:t>, dando mais peso a um ou outro quesito.</a:t>
            </a:r>
          </a:p>
          <a:p>
            <a:pPr>
              <a:buFontTx/>
              <a:buChar char="-"/>
            </a:pPr>
            <a:r>
              <a:rPr lang="pt-BR" sz="2400" dirty="0"/>
              <a:t>Campo para entrada de novo CV, que será avaliado e filtrado para compor o arquivo de competências.</a:t>
            </a:r>
          </a:p>
          <a:p>
            <a:pPr>
              <a:buFontTx/>
              <a:buChar char="-"/>
            </a:pPr>
            <a:r>
              <a:rPr lang="pt-BR" sz="2400" dirty="0"/>
              <a:t>Tela para entrada de URLs de vagas, para aplicação sob demanda -&gt; o candidato adiciona a URL, o motor busca o descritivo, submete ao LLM p/ a geração do CV especifico e aplica. Usa o mecanismo de perguntas e respostas via </a:t>
            </a:r>
            <a:r>
              <a:rPr lang="pt-BR" sz="2400" dirty="0" err="1"/>
              <a:t>Teelgram</a:t>
            </a:r>
            <a:r>
              <a:rPr lang="pt-BR" sz="2400" dirty="0"/>
              <a:t> se necessário.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9201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AF11C-9CF4-943B-C899-47416FB8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64" y="242661"/>
            <a:ext cx="10515600" cy="1006476"/>
          </a:xfrm>
        </p:spPr>
        <p:txBody>
          <a:bodyPr>
            <a:normAutofit/>
          </a:bodyPr>
          <a:lstStyle/>
          <a:p>
            <a:r>
              <a:rPr lang="pt-BR" sz="3600" dirty="0"/>
              <a:t>Esquema</a:t>
            </a:r>
            <a:endParaRPr lang="en-GB" sz="360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269F39-63E7-44EC-4BBC-B7F3A0FF460C}"/>
              </a:ext>
            </a:extLst>
          </p:cNvPr>
          <p:cNvSpPr/>
          <p:nvPr/>
        </p:nvSpPr>
        <p:spPr>
          <a:xfrm>
            <a:off x="259073" y="1368197"/>
            <a:ext cx="2098222" cy="3208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CRUD</a:t>
            </a:r>
          </a:p>
          <a:p>
            <a:endParaRPr lang="pt-BR" sz="1600" dirty="0"/>
          </a:p>
          <a:p>
            <a:pPr marL="285750" indent="-285750">
              <a:buFontTx/>
              <a:buChar char="-"/>
            </a:pPr>
            <a:r>
              <a:rPr lang="pt-BR" sz="1200" dirty="0"/>
              <a:t>Credenciais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Ajuste &amp; Filtros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Entrada de URL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Ajuste de redação CV/ Input CV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Log de atividade</a:t>
            </a:r>
            <a:endParaRPr lang="en-GB" sz="1200" dirty="0"/>
          </a:p>
        </p:txBody>
      </p:sp>
      <p:sp>
        <p:nvSpPr>
          <p:cNvPr id="5" name="Nuvem 4">
            <a:extLst>
              <a:ext uri="{FF2B5EF4-FFF2-40B4-BE49-F238E27FC236}">
                <a16:creationId xmlns:a16="http://schemas.microsoft.com/office/drawing/2014/main" id="{9BCEA722-4478-6EA9-F2F0-BA6CD40F1D4A}"/>
              </a:ext>
            </a:extLst>
          </p:cNvPr>
          <p:cNvSpPr/>
          <p:nvPr/>
        </p:nvSpPr>
        <p:spPr>
          <a:xfrm>
            <a:off x="7665992" y="745899"/>
            <a:ext cx="1818023" cy="11236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Internet</a:t>
            </a:r>
            <a:endParaRPr lang="en-GB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57C3879-2A60-7B7F-8C05-CBEF205FA64A}"/>
              </a:ext>
            </a:extLst>
          </p:cNvPr>
          <p:cNvSpPr/>
          <p:nvPr/>
        </p:nvSpPr>
        <p:spPr>
          <a:xfrm>
            <a:off x="10070373" y="242661"/>
            <a:ext cx="1818023" cy="15746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Site Alvo</a:t>
            </a:r>
          </a:p>
          <a:p>
            <a:r>
              <a:rPr lang="pt-BR" sz="1400" dirty="0"/>
              <a:t>- Linkedin</a:t>
            </a:r>
          </a:p>
          <a:p>
            <a:r>
              <a:rPr lang="pt-BR" sz="1400" dirty="0"/>
              <a:t>- </a:t>
            </a:r>
            <a:r>
              <a:rPr lang="pt-BR" sz="1400" dirty="0" err="1"/>
              <a:t>GlassDoor</a:t>
            </a:r>
            <a:endParaRPr lang="pt-BR" sz="1400" dirty="0"/>
          </a:p>
          <a:p>
            <a:r>
              <a:rPr lang="pt-BR" sz="1400" dirty="0"/>
              <a:t>- Etc.</a:t>
            </a:r>
            <a:endParaRPr lang="en-GB" sz="1400" dirty="0"/>
          </a:p>
        </p:txBody>
      </p:sp>
      <p:sp>
        <p:nvSpPr>
          <p:cNvPr id="7" name="Fluxograma: Processo Predefinido 6">
            <a:extLst>
              <a:ext uri="{FF2B5EF4-FFF2-40B4-BE49-F238E27FC236}">
                <a16:creationId xmlns:a16="http://schemas.microsoft.com/office/drawing/2014/main" id="{A583DFAF-0684-9479-218F-BDB5C3E5A6DE}"/>
              </a:ext>
            </a:extLst>
          </p:cNvPr>
          <p:cNvSpPr/>
          <p:nvPr/>
        </p:nvSpPr>
        <p:spPr>
          <a:xfrm>
            <a:off x="5288926" y="2155263"/>
            <a:ext cx="2604407" cy="2318657"/>
          </a:xfrm>
          <a:prstGeom prst="flowChartPredefined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Robô</a:t>
            </a:r>
            <a:endParaRPr lang="en-GB" dirty="0"/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308B36D2-A225-A092-9FF2-A90A2954F262}"/>
              </a:ext>
            </a:extLst>
          </p:cNvPr>
          <p:cNvSpPr/>
          <p:nvPr/>
        </p:nvSpPr>
        <p:spPr>
          <a:xfrm>
            <a:off x="4038457" y="5099484"/>
            <a:ext cx="3298155" cy="1586139"/>
          </a:xfrm>
          <a:prstGeom prst="can">
            <a:avLst>
              <a:gd name="adj" fmla="val 11741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err="1">
                <a:solidFill>
                  <a:schemeClr val="tx1"/>
                </a:solidFill>
              </a:rPr>
              <a:t>Database</a:t>
            </a:r>
            <a:endParaRPr lang="pt-BR" sz="16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600" dirty="0" err="1">
                <a:solidFill>
                  <a:schemeClr val="tx1"/>
                </a:solidFill>
              </a:rPr>
              <a:t>URL´s</a:t>
            </a:r>
            <a:r>
              <a:rPr lang="pt-BR" sz="1600" dirty="0">
                <a:solidFill>
                  <a:schemeClr val="tx1"/>
                </a:solidFill>
              </a:rPr>
              <a:t> &amp; descritivos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chemeClr val="tx1"/>
                </a:solidFill>
              </a:rPr>
              <a:t> Status do processo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chemeClr val="tx1"/>
                </a:solidFill>
              </a:rPr>
              <a:t>Variáveis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chemeClr val="tx1"/>
                </a:solidFill>
              </a:rPr>
              <a:t>Perguntas e respostas</a:t>
            </a:r>
            <a:endParaRPr lang="en-GB" sz="1600" dirty="0">
              <a:solidFill>
                <a:schemeClr val="tx1"/>
              </a:solidFill>
            </a:endParaRP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4EBF4129-6B65-4EA7-95C2-24E8F8CD1F6E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2357295" y="2972480"/>
            <a:ext cx="2931631" cy="3421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52CB2FA7-5163-45B8-BF21-F774B140C808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 rot="5400000">
            <a:off x="5826551" y="4334905"/>
            <a:ext cx="625564" cy="90359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105F78B2-544D-BE45-5FC0-C69D3E6F4EF2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rot="5400000" flipH="1" flipV="1">
            <a:off x="6910509" y="490768"/>
            <a:ext cx="1345116" cy="1983874"/>
          </a:xfrm>
          <a:prstGeom prst="bentConnector3">
            <a:avLst>
              <a:gd name="adj1" fmla="val 12177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8FE5DD60-7191-8E62-EC9C-537C69D65E14}"/>
              </a:ext>
            </a:extLst>
          </p:cNvPr>
          <p:cNvCxnSpPr>
            <a:cxnSpLocks/>
            <a:stCxn id="5" idx="0"/>
            <a:endCxn id="6" idx="1"/>
          </p:cNvCxnSpPr>
          <p:nvPr/>
        </p:nvCxnSpPr>
        <p:spPr>
          <a:xfrm flipV="1">
            <a:off x="9482500" y="1029978"/>
            <a:ext cx="587873" cy="2777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ângulo: Biselado 18">
            <a:extLst>
              <a:ext uri="{FF2B5EF4-FFF2-40B4-BE49-F238E27FC236}">
                <a16:creationId xmlns:a16="http://schemas.microsoft.com/office/drawing/2014/main" id="{9D9525CB-5660-35C0-A805-91152483D1FB}"/>
              </a:ext>
            </a:extLst>
          </p:cNvPr>
          <p:cNvSpPr/>
          <p:nvPr/>
        </p:nvSpPr>
        <p:spPr>
          <a:xfrm>
            <a:off x="9484015" y="4576762"/>
            <a:ext cx="2303145" cy="1535339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LLM</a:t>
            </a:r>
          </a:p>
          <a:p>
            <a:pPr algn="ctr"/>
            <a:r>
              <a:rPr lang="pt-BR" dirty="0"/>
              <a:t>Descritivo + Competências = CV Personalizado</a:t>
            </a:r>
            <a:endParaRPr lang="en-GB" dirty="0"/>
          </a:p>
        </p:txBody>
      </p: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716F8ED0-F65F-886B-1426-B129A46A9D6B}"/>
              </a:ext>
            </a:extLst>
          </p:cNvPr>
          <p:cNvCxnSpPr>
            <a:stCxn id="7" idx="3"/>
            <a:endCxn id="19" idx="4"/>
          </p:cNvCxnSpPr>
          <p:nvPr/>
        </p:nvCxnSpPr>
        <p:spPr>
          <a:xfrm>
            <a:off x="7893333" y="3314592"/>
            <a:ext cx="1590682" cy="202984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luxograma: Vários Documentos 42">
            <a:extLst>
              <a:ext uri="{FF2B5EF4-FFF2-40B4-BE49-F238E27FC236}">
                <a16:creationId xmlns:a16="http://schemas.microsoft.com/office/drawing/2014/main" id="{065E32FE-6F62-9C65-622F-B1F2C1A65A8B}"/>
              </a:ext>
            </a:extLst>
          </p:cNvPr>
          <p:cNvSpPr/>
          <p:nvPr/>
        </p:nvSpPr>
        <p:spPr>
          <a:xfrm>
            <a:off x="3190704" y="624814"/>
            <a:ext cx="1695506" cy="1426464"/>
          </a:xfrm>
          <a:prstGeom prst="flowChartMultidocumen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/>
                </a:solidFill>
              </a:rPr>
              <a:t>Competências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EF083D08-7B3F-A301-38A4-B4C6AF056F3C}"/>
              </a:ext>
            </a:extLst>
          </p:cNvPr>
          <p:cNvCxnSpPr>
            <a:cxnSpLocks/>
            <a:stCxn id="43" idx="0"/>
            <a:endCxn id="7" idx="1"/>
          </p:cNvCxnSpPr>
          <p:nvPr/>
        </p:nvCxnSpPr>
        <p:spPr>
          <a:xfrm rot="16200000" flipH="1">
            <a:off x="3377125" y="1402791"/>
            <a:ext cx="2689778" cy="1133824"/>
          </a:xfrm>
          <a:prstGeom prst="bentConnector4">
            <a:avLst>
              <a:gd name="adj1" fmla="val -8499"/>
              <a:gd name="adj2" fmla="val 8224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AAF8C9A5-553B-1BA7-11C7-BD85807BC6D8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 flipV="1">
            <a:off x="2357295" y="1338046"/>
            <a:ext cx="833409" cy="163443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Smiley 100">
            <a:extLst>
              <a:ext uri="{FF2B5EF4-FFF2-40B4-BE49-F238E27FC236}">
                <a16:creationId xmlns:a16="http://schemas.microsoft.com/office/drawing/2014/main" id="{23490055-8E3C-60F7-79D1-2535A49EBCD4}"/>
              </a:ext>
            </a:extLst>
          </p:cNvPr>
          <p:cNvSpPr/>
          <p:nvPr/>
        </p:nvSpPr>
        <p:spPr>
          <a:xfrm>
            <a:off x="601740" y="5700621"/>
            <a:ext cx="850392" cy="822960"/>
          </a:xfrm>
          <a:prstGeom prst="smileyFac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3" name="Conector: Angulado 102">
            <a:extLst>
              <a:ext uri="{FF2B5EF4-FFF2-40B4-BE49-F238E27FC236}">
                <a16:creationId xmlns:a16="http://schemas.microsoft.com/office/drawing/2014/main" id="{36590AEE-91A7-5F08-4E07-9F8932DE8378}"/>
              </a:ext>
            </a:extLst>
          </p:cNvPr>
          <p:cNvCxnSpPr>
            <a:cxnSpLocks/>
            <a:stCxn id="7" idx="2"/>
            <a:endCxn id="105" idx="0"/>
          </p:cNvCxnSpPr>
          <p:nvPr/>
        </p:nvCxnSpPr>
        <p:spPr>
          <a:xfrm rot="5400000">
            <a:off x="4503396" y="2746782"/>
            <a:ext cx="360596" cy="3814872"/>
          </a:xfrm>
          <a:prstGeom prst="bentConnector3">
            <a:avLst>
              <a:gd name="adj1" fmla="val 5783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nda 104">
            <a:extLst>
              <a:ext uri="{FF2B5EF4-FFF2-40B4-BE49-F238E27FC236}">
                <a16:creationId xmlns:a16="http://schemas.microsoft.com/office/drawing/2014/main" id="{3FA156E8-7B3D-A49A-D2F2-491A7017777B}"/>
              </a:ext>
            </a:extLst>
          </p:cNvPr>
          <p:cNvSpPr/>
          <p:nvPr/>
        </p:nvSpPr>
        <p:spPr>
          <a:xfrm>
            <a:off x="1975910" y="4720386"/>
            <a:ext cx="1464150" cy="913042"/>
          </a:xfrm>
          <a:prstGeom prst="wave">
            <a:avLst>
              <a:gd name="adj1" fmla="val 12500"/>
              <a:gd name="adj2" fmla="val -4663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/>
                </a:solidFill>
              </a:rPr>
              <a:t>Telegram</a:t>
            </a:r>
            <a:r>
              <a:rPr lang="pt-BR" sz="1400" dirty="0">
                <a:solidFill>
                  <a:schemeClr val="tx1"/>
                </a:solidFill>
              </a:rPr>
              <a:t> &amp; e-mail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08" name="Conector: Angulado 107">
            <a:extLst>
              <a:ext uri="{FF2B5EF4-FFF2-40B4-BE49-F238E27FC236}">
                <a16:creationId xmlns:a16="http://schemas.microsoft.com/office/drawing/2014/main" id="{3DACD727-A297-E393-C5B1-DBF167C6D2B8}"/>
              </a:ext>
            </a:extLst>
          </p:cNvPr>
          <p:cNvCxnSpPr>
            <a:cxnSpLocks/>
            <a:stCxn id="105" idx="2"/>
          </p:cNvCxnSpPr>
          <p:nvPr/>
        </p:nvCxnSpPr>
        <p:spPr>
          <a:xfrm rot="16200000" flipH="1" flipV="1">
            <a:off x="1749520" y="5221909"/>
            <a:ext cx="592803" cy="1187580"/>
          </a:xfrm>
          <a:prstGeom prst="bentConnector4">
            <a:avLst>
              <a:gd name="adj1" fmla="val 38562"/>
              <a:gd name="adj2" fmla="val 7794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ector: Angulado 120">
            <a:extLst>
              <a:ext uri="{FF2B5EF4-FFF2-40B4-BE49-F238E27FC236}">
                <a16:creationId xmlns:a16="http://schemas.microsoft.com/office/drawing/2014/main" id="{D79879CA-743B-03C7-72CE-1520DA9959E7}"/>
              </a:ext>
            </a:extLst>
          </p:cNvPr>
          <p:cNvCxnSpPr>
            <a:stCxn id="4" idx="2"/>
            <a:endCxn id="101" idx="0"/>
          </p:cNvCxnSpPr>
          <p:nvPr/>
        </p:nvCxnSpPr>
        <p:spPr>
          <a:xfrm rot="5400000">
            <a:off x="605631" y="4998067"/>
            <a:ext cx="1123859" cy="28124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84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171EF-E45A-D274-2866-D8238703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576707"/>
          </a:xfrm>
        </p:spPr>
        <p:txBody>
          <a:bodyPr>
            <a:normAutofit fontScale="90000"/>
          </a:bodyPr>
          <a:lstStyle/>
          <a:p>
            <a:r>
              <a:rPr lang="pt-BR" dirty="0"/>
              <a:t>Fluxo da Informação</a:t>
            </a:r>
            <a:endParaRPr lang="en-GB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C48911-FD63-F61E-1581-5221C64D0F81}"/>
              </a:ext>
            </a:extLst>
          </p:cNvPr>
          <p:cNvSpPr txBox="1"/>
          <p:nvPr/>
        </p:nvSpPr>
        <p:spPr>
          <a:xfrm>
            <a:off x="838200" y="1252728"/>
            <a:ext cx="10515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1- Usuário adiciona arquivos modelos de currículos</a:t>
            </a:r>
          </a:p>
          <a:p>
            <a:r>
              <a:rPr lang="pt-BR" dirty="0"/>
              <a:t>2 – O motor do Sistema recebe o CV, avalia as informações fazendo uso do LLM, adiciona ao arquivo de competências que é a base para geração dos currículos direcionados.</a:t>
            </a:r>
          </a:p>
          <a:p>
            <a:r>
              <a:rPr lang="pt-BR" dirty="0"/>
              <a:t>3 – Usuário configura os filtros de região, posição, conteúdo</a:t>
            </a:r>
          </a:p>
          <a:p>
            <a:r>
              <a:rPr lang="pt-BR" dirty="0"/>
              <a:t>4 – Sistema roda o </a:t>
            </a:r>
            <a:r>
              <a:rPr lang="pt-BR" dirty="0" err="1"/>
              <a:t>crawler</a:t>
            </a:r>
            <a:r>
              <a:rPr lang="pt-BR" dirty="0"/>
              <a:t> seguindo os parâmetros desejados.</a:t>
            </a:r>
          </a:p>
          <a:p>
            <a:r>
              <a:rPr lang="pt-BR" dirty="0"/>
              <a:t>5 – retorno da busca gera entradas no banco de dados, cada entrada tem URL, nome da vaga descritivo, status de “iniciado”, data da entrada e ultimo movimento.</a:t>
            </a:r>
          </a:p>
          <a:p>
            <a:r>
              <a:rPr lang="pt-BR" dirty="0"/>
              <a:t>6 – Para cada vaga nesse status, o sistema aciona o LLM passando o descritivo da vaga e o arquivo de competências. </a:t>
            </a:r>
          </a:p>
          <a:p>
            <a:r>
              <a:rPr lang="pt-BR" dirty="0"/>
              <a:t>7 – O LLM retorna um CV escrito sob medida para a oportunidade. O sistema atualiza o controle para “CV gerado”</a:t>
            </a:r>
          </a:p>
          <a:p>
            <a:r>
              <a:rPr lang="pt-BR" dirty="0"/>
              <a:t>8 – Sistema submete o CV a vaga, substituindo algum dos </a:t>
            </a:r>
            <a:r>
              <a:rPr lang="pt-BR" dirty="0" err="1"/>
              <a:t>CV´s</a:t>
            </a:r>
            <a:r>
              <a:rPr lang="pt-BR" dirty="0"/>
              <a:t> que existam previamente no site.</a:t>
            </a:r>
          </a:p>
          <a:p>
            <a:r>
              <a:rPr lang="pt-BR" dirty="0"/>
              <a:t>9 – Caso o site faça perguntas adicionais, o sistema responde conforme parâmetros salvos em banco, conteúdo da base de competências ou em ultimo caso, questiona o usuário via comunicação </a:t>
            </a:r>
            <a:r>
              <a:rPr lang="pt-BR" dirty="0" err="1"/>
              <a:t>Telegram</a:t>
            </a:r>
            <a:r>
              <a:rPr lang="pt-BR" dirty="0"/>
              <a:t>.</a:t>
            </a:r>
          </a:p>
          <a:p>
            <a:r>
              <a:rPr lang="pt-BR" dirty="0"/>
              <a:t>10 – o Sistema finaliza a aplicação, enviando um e-mail com as informações de URL, descritivo, o que foi respondido e o CV submetido em anexo.</a:t>
            </a:r>
          </a:p>
          <a:p>
            <a:r>
              <a:rPr lang="pt-BR" dirty="0"/>
              <a:t>11 – Atualiza o banco de dados para essa vaga, volta ao passo #6 para a próxima vaga. Ao término de todas as vagas do filtro, volta ao passo #4 para nova busca (desejável um delay entre as execuções do </a:t>
            </a:r>
            <a:r>
              <a:rPr lang="pt-BR" dirty="0" err="1"/>
              <a:t>crawler</a:t>
            </a:r>
            <a:r>
              <a:rPr lang="pt-BR" dirty="0"/>
              <a:t>, não executar com menos de 4 horas </a:t>
            </a:r>
            <a:r>
              <a:rPr lang="pt-BR"/>
              <a:t>de intervalo).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532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671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Definição do projeto Application</vt:lpstr>
      <vt:lpstr>Definições - Continuação</vt:lpstr>
      <vt:lpstr>Esquema</vt:lpstr>
      <vt:lpstr>Fluxo da Informação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Hermes da Fonseca</dc:creator>
  <cp:lastModifiedBy>Eduardo Hermes da Fonseca</cp:lastModifiedBy>
  <cp:revision>1</cp:revision>
  <dcterms:created xsi:type="dcterms:W3CDTF">2026-07-21T12:59:34Z</dcterms:created>
  <dcterms:modified xsi:type="dcterms:W3CDTF">2026-07-21T14:43:47Z</dcterms:modified>
</cp:coreProperties>
</file>